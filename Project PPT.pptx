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7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988925-78DD-44BC-A297-CFDC021FE79E}" v="6" dt="2026-03-04T13:35:49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810" autoAdjust="0"/>
  </p:normalViewPr>
  <p:slideViewPr>
    <p:cSldViewPr snapToGrid="0">
      <p:cViewPr varScale="1">
        <p:scale>
          <a:sx n="83" d="100"/>
          <a:sy n="83" d="100"/>
        </p:scale>
        <p:origin x="6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jwal Srivastava" userId="2f33cff136c6a270" providerId="LiveId" clId="{6DC0CBEB-AE03-4FC4-BBE0-E518AB21830A}"/>
    <pc:docChg chg="undo custSel delSld modSld">
      <pc:chgData name="Ujjwal Srivastava" userId="2f33cff136c6a270" providerId="LiveId" clId="{6DC0CBEB-AE03-4FC4-BBE0-E518AB21830A}" dt="2026-03-04T13:40:26.962" v="22" actId="47"/>
      <pc:docMkLst>
        <pc:docMk/>
      </pc:docMkLst>
      <pc:sldChg chg="addSp delSp modSp del mod">
        <pc:chgData name="Ujjwal Srivastava" userId="2f33cff136c6a270" providerId="LiveId" clId="{6DC0CBEB-AE03-4FC4-BBE0-E518AB21830A}" dt="2026-03-04T13:39:40.581" v="21" actId="2696"/>
        <pc:sldMkLst>
          <pc:docMk/>
          <pc:sldMk cId="804267702" sldId="256"/>
        </pc:sldMkLst>
        <pc:grpChg chg="mod">
          <ac:chgData name="Ujjwal Srivastava" userId="2f33cff136c6a270" providerId="LiveId" clId="{6DC0CBEB-AE03-4FC4-BBE0-E518AB21830A}" dt="2026-03-04T13:35:49.635" v="16"/>
          <ac:grpSpMkLst>
            <pc:docMk/>
            <pc:sldMk cId="804267702" sldId="256"/>
            <ac:grpSpMk id="10" creationId="{0EDBDABB-3D02-98DF-08E3-B255DA0CD290}"/>
          </ac:grpSpMkLst>
        </pc:grpChg>
        <pc:picChg chg="mod">
          <ac:chgData name="Ujjwal Srivastava" userId="2f33cff136c6a270" providerId="LiveId" clId="{6DC0CBEB-AE03-4FC4-BBE0-E518AB21830A}" dt="2026-03-04T13:37:04.335" v="20" actId="1076"/>
          <ac:picMkLst>
            <pc:docMk/>
            <pc:sldMk cId="804267702" sldId="256"/>
            <ac:picMk id="5" creationId="{ACA55E47-EDAB-44E9-DFDD-9E678A5C518D}"/>
          </ac:picMkLst>
        </pc:picChg>
        <pc:inkChg chg="add del">
          <ac:chgData name="Ujjwal Srivastava" userId="2f33cff136c6a270" providerId="LiveId" clId="{6DC0CBEB-AE03-4FC4-BBE0-E518AB21830A}" dt="2026-03-04T13:35:27.565" v="9" actId="9405"/>
          <ac:inkMkLst>
            <pc:docMk/>
            <pc:sldMk cId="804267702" sldId="256"/>
            <ac:inkMk id="4" creationId="{5537BACF-172A-7C3C-A71E-F65BF9F0E9CD}"/>
          </ac:inkMkLst>
        </pc:inkChg>
        <pc:inkChg chg="add del">
          <ac:chgData name="Ujjwal Srivastava" userId="2f33cff136c6a270" providerId="LiveId" clId="{6DC0CBEB-AE03-4FC4-BBE0-E518AB21830A}" dt="2026-03-04T13:35:27.287" v="8" actId="9405"/>
          <ac:inkMkLst>
            <pc:docMk/>
            <pc:sldMk cId="804267702" sldId="256"/>
            <ac:inkMk id="6" creationId="{1A86992C-F619-3251-CA6C-DEE87FC0604A}"/>
          </ac:inkMkLst>
        </pc:inkChg>
        <pc:inkChg chg="add mod">
          <ac:chgData name="Ujjwal Srivastava" userId="2f33cff136c6a270" providerId="LiveId" clId="{6DC0CBEB-AE03-4FC4-BBE0-E518AB21830A}" dt="2026-03-04T13:35:26.644" v="6"/>
          <ac:inkMkLst>
            <pc:docMk/>
            <pc:sldMk cId="804267702" sldId="256"/>
            <ac:inkMk id="7" creationId="{20F39B94-A2EF-AA64-311C-16BB427D82A2}"/>
          </ac:inkMkLst>
        </pc:inkChg>
        <pc:inkChg chg="add del mod">
          <ac:chgData name="Ujjwal Srivastava" userId="2f33cff136c6a270" providerId="LiveId" clId="{6DC0CBEB-AE03-4FC4-BBE0-E518AB21830A}" dt="2026-03-04T13:35:49.959" v="17" actId="9405"/>
          <ac:inkMkLst>
            <pc:docMk/>
            <pc:sldMk cId="804267702" sldId="256"/>
            <ac:inkMk id="8" creationId="{B09037FF-D662-B442-678D-D59BA7DF8D4D}"/>
          </ac:inkMkLst>
        </pc:inkChg>
        <pc:inkChg chg="add del mod">
          <ac:chgData name="Ujjwal Srivastava" userId="2f33cff136c6a270" providerId="LiveId" clId="{6DC0CBEB-AE03-4FC4-BBE0-E518AB21830A}" dt="2026-03-04T13:35:49.635" v="16"/>
          <ac:inkMkLst>
            <pc:docMk/>
            <pc:sldMk cId="804267702" sldId="256"/>
            <ac:inkMk id="9" creationId="{ABF1C5E8-23D4-7579-2722-72129732DFD2}"/>
          </ac:inkMkLst>
        </pc:inkChg>
        <pc:inkChg chg="add del">
          <ac:chgData name="Ujjwal Srivastava" userId="2f33cff136c6a270" providerId="LiveId" clId="{6DC0CBEB-AE03-4FC4-BBE0-E518AB21830A}" dt="2026-03-04T13:35:49.314" v="14" actId="9405"/>
          <ac:inkMkLst>
            <pc:docMk/>
            <pc:sldMk cId="804267702" sldId="256"/>
            <ac:inkMk id="11" creationId="{DD57FCF0-310B-6158-B13F-9C68940985B4}"/>
          </ac:inkMkLst>
        </pc:inkChg>
        <pc:inkChg chg="add del">
          <ac:chgData name="Ujjwal Srivastava" userId="2f33cff136c6a270" providerId="LiveId" clId="{6DC0CBEB-AE03-4FC4-BBE0-E518AB21830A}" dt="2026-03-04T13:36:52.177" v="19" actId="9405"/>
          <ac:inkMkLst>
            <pc:docMk/>
            <pc:sldMk cId="804267702" sldId="256"/>
            <ac:inkMk id="12" creationId="{46216933-03E9-8657-DC26-18D46E08026F}"/>
          </ac:inkMkLst>
        </pc:inkChg>
      </pc:sldChg>
      <pc:sldChg chg="del">
        <pc:chgData name="Ujjwal Srivastava" userId="2f33cff136c6a270" providerId="LiveId" clId="{6DC0CBEB-AE03-4FC4-BBE0-E518AB21830A}" dt="2026-03-04T13:40:26.962" v="22" actId="47"/>
        <pc:sldMkLst>
          <pc:docMk/>
          <pc:sldMk cId="3423717135" sldId="26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image" Target="../media/image4.jpg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jpg"/><Relationship Id="rId2" Type="http://schemas.openxmlformats.org/officeDocument/2006/relationships/image" Target="../media/image5.jpg"/><Relationship Id="rId1" Type="http://schemas.openxmlformats.org/officeDocument/2006/relationships/image" Target="../media/image4.jpg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FD56BB-40E5-4353-95F9-5B985831FA96}" type="doc">
      <dgm:prSet loTypeId="urn:microsoft.com/office/officeart/2008/layout/PictureGrid" loCatId="pictur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654019F-253D-4F9F-BF0B-DCCE7173B459}">
      <dgm:prSet phldrT="[Text]" phldr="0"/>
      <dgm:spPr/>
      <dgm:t>
        <a:bodyPr/>
        <a:lstStyle/>
        <a:p>
          <a:r>
            <a:rPr lang="en-US" dirty="0"/>
            <a:t>Arduino Uno</a:t>
          </a:r>
          <a:endParaRPr lang="en-IN" dirty="0"/>
        </a:p>
      </dgm:t>
    </dgm:pt>
    <dgm:pt modelId="{22791F0D-08EA-4B18-AFA1-66BCEA7A843A}" type="parTrans" cxnId="{36C89A5A-A741-455F-B6FA-5BDAA6581280}">
      <dgm:prSet/>
      <dgm:spPr/>
      <dgm:t>
        <a:bodyPr/>
        <a:lstStyle/>
        <a:p>
          <a:endParaRPr lang="en-IN"/>
        </a:p>
      </dgm:t>
    </dgm:pt>
    <dgm:pt modelId="{AAE10AE0-8D18-4651-90F3-477D245B4B9A}" type="sibTrans" cxnId="{36C89A5A-A741-455F-B6FA-5BDAA6581280}">
      <dgm:prSet/>
      <dgm:spPr/>
      <dgm:t>
        <a:bodyPr/>
        <a:lstStyle/>
        <a:p>
          <a:endParaRPr lang="en-IN"/>
        </a:p>
      </dgm:t>
    </dgm:pt>
    <dgm:pt modelId="{C6DDAEA5-6ED0-4FBE-AB67-733D4246051C}">
      <dgm:prSet phldrT="[Text]" phldr="0" custT="1"/>
      <dgm:spPr/>
      <dgm:t>
        <a:bodyPr/>
        <a:lstStyle/>
        <a:p>
          <a:r>
            <a:rPr lang="en-US" sz="1200" dirty="0"/>
            <a:t>MQ-2 Smoke Sensor</a:t>
          </a:r>
          <a:endParaRPr lang="en-IN" sz="1200" dirty="0"/>
        </a:p>
      </dgm:t>
    </dgm:pt>
    <dgm:pt modelId="{3B6681C5-6F47-4A89-86E7-EB102A72612B}" type="parTrans" cxnId="{B395E836-B4B5-4F07-AB90-1B70D2FCC382}">
      <dgm:prSet/>
      <dgm:spPr/>
      <dgm:t>
        <a:bodyPr/>
        <a:lstStyle/>
        <a:p>
          <a:endParaRPr lang="en-IN"/>
        </a:p>
      </dgm:t>
    </dgm:pt>
    <dgm:pt modelId="{DEE8EF29-9CE2-4F26-85D2-DF0DA38D00EC}" type="sibTrans" cxnId="{B395E836-B4B5-4F07-AB90-1B70D2FCC382}">
      <dgm:prSet/>
      <dgm:spPr/>
      <dgm:t>
        <a:bodyPr/>
        <a:lstStyle/>
        <a:p>
          <a:endParaRPr lang="en-IN"/>
        </a:p>
      </dgm:t>
    </dgm:pt>
    <dgm:pt modelId="{C0638FAB-6EDF-43EB-8FCC-6726DDD2D57A}">
      <dgm:prSet phldrT="[Text]" phldr="0" custT="1"/>
      <dgm:spPr/>
      <dgm:t>
        <a:bodyPr/>
        <a:lstStyle/>
        <a:p>
          <a:r>
            <a:rPr lang="en-US" sz="1200" dirty="0"/>
            <a:t>Flame Sensor</a:t>
          </a:r>
          <a:endParaRPr lang="en-IN" sz="1200" dirty="0"/>
        </a:p>
      </dgm:t>
    </dgm:pt>
    <dgm:pt modelId="{D5846B9C-3CF1-450A-B834-77A464799964}" type="parTrans" cxnId="{E14199B6-AD93-4E17-AF66-C0BD0C2A9F10}">
      <dgm:prSet/>
      <dgm:spPr/>
      <dgm:t>
        <a:bodyPr/>
        <a:lstStyle/>
        <a:p>
          <a:endParaRPr lang="en-IN"/>
        </a:p>
      </dgm:t>
    </dgm:pt>
    <dgm:pt modelId="{9BF405D5-5E0D-48B8-BB05-B0D4E7F9E32F}" type="sibTrans" cxnId="{E14199B6-AD93-4E17-AF66-C0BD0C2A9F10}">
      <dgm:prSet/>
      <dgm:spPr/>
      <dgm:t>
        <a:bodyPr/>
        <a:lstStyle/>
        <a:p>
          <a:endParaRPr lang="en-IN"/>
        </a:p>
      </dgm:t>
    </dgm:pt>
    <dgm:pt modelId="{0CF5D866-6112-4EE0-8DC0-1B04B91F6561}">
      <dgm:prSet phldrT="[Text]" phldr="0" custT="1"/>
      <dgm:spPr/>
      <dgm:t>
        <a:bodyPr/>
        <a:lstStyle/>
        <a:p>
          <a:r>
            <a:rPr lang="en-US" sz="1200" dirty="0"/>
            <a:t>16X2 I2C LCD Display</a:t>
          </a:r>
          <a:endParaRPr lang="en-IN" sz="1200" dirty="0"/>
        </a:p>
      </dgm:t>
    </dgm:pt>
    <dgm:pt modelId="{6F6F8DD9-D6B4-4C3B-8D05-B35BCDBB3F19}" type="parTrans" cxnId="{B0F609AA-7C62-445D-B6C8-C9D6011C1084}">
      <dgm:prSet/>
      <dgm:spPr/>
      <dgm:t>
        <a:bodyPr/>
        <a:lstStyle/>
        <a:p>
          <a:endParaRPr lang="en-IN"/>
        </a:p>
      </dgm:t>
    </dgm:pt>
    <dgm:pt modelId="{228F7C63-A102-4AE9-BCF0-0B2657F89FA3}" type="sibTrans" cxnId="{B0F609AA-7C62-445D-B6C8-C9D6011C1084}">
      <dgm:prSet/>
      <dgm:spPr/>
      <dgm:t>
        <a:bodyPr/>
        <a:lstStyle/>
        <a:p>
          <a:endParaRPr lang="en-IN"/>
        </a:p>
      </dgm:t>
    </dgm:pt>
    <dgm:pt modelId="{DD86501F-2295-49FF-931E-A9A919263C6B}">
      <dgm:prSet/>
      <dgm:spPr/>
      <dgm:t>
        <a:bodyPr/>
        <a:lstStyle/>
        <a:p>
          <a:r>
            <a:rPr lang="en-US" dirty="0"/>
            <a:t>          Buzzer</a:t>
          </a:r>
          <a:endParaRPr lang="en-IN" dirty="0"/>
        </a:p>
      </dgm:t>
    </dgm:pt>
    <dgm:pt modelId="{FE169E3B-E5EF-40A4-B80E-23C607E1B7ED}" type="parTrans" cxnId="{23DEE6A0-3E86-443D-8CD8-736C275B71B3}">
      <dgm:prSet/>
      <dgm:spPr/>
      <dgm:t>
        <a:bodyPr/>
        <a:lstStyle/>
        <a:p>
          <a:endParaRPr lang="en-IN"/>
        </a:p>
      </dgm:t>
    </dgm:pt>
    <dgm:pt modelId="{2AD80E49-A4DD-493F-8B1F-5EB6EE8ECE85}" type="sibTrans" cxnId="{23DEE6A0-3E86-443D-8CD8-736C275B71B3}">
      <dgm:prSet/>
      <dgm:spPr/>
      <dgm:t>
        <a:bodyPr/>
        <a:lstStyle/>
        <a:p>
          <a:endParaRPr lang="en-IN"/>
        </a:p>
      </dgm:t>
    </dgm:pt>
    <dgm:pt modelId="{809EA4DC-0351-4EFF-A34B-AB4F945E25C8}">
      <dgm:prSet/>
      <dgm:spPr/>
      <dgm:t>
        <a:bodyPr/>
        <a:lstStyle/>
        <a:p>
          <a:r>
            <a:rPr lang="en-US" dirty="0"/>
            <a:t>       Breadboard</a:t>
          </a:r>
          <a:endParaRPr lang="en-IN" dirty="0"/>
        </a:p>
      </dgm:t>
    </dgm:pt>
    <dgm:pt modelId="{94E74959-1DFC-4811-9257-E5E68AD4E97F}" type="parTrans" cxnId="{BC7491C3-0D5E-4F4B-9C70-FD4B4BEB0E6F}">
      <dgm:prSet/>
      <dgm:spPr/>
      <dgm:t>
        <a:bodyPr/>
        <a:lstStyle/>
        <a:p>
          <a:endParaRPr lang="en-IN"/>
        </a:p>
      </dgm:t>
    </dgm:pt>
    <dgm:pt modelId="{883F10A2-5543-4868-A7CF-FAAA77940AC4}" type="sibTrans" cxnId="{BC7491C3-0D5E-4F4B-9C70-FD4B4BEB0E6F}">
      <dgm:prSet/>
      <dgm:spPr/>
      <dgm:t>
        <a:bodyPr/>
        <a:lstStyle/>
        <a:p>
          <a:endParaRPr lang="en-IN"/>
        </a:p>
      </dgm:t>
    </dgm:pt>
    <dgm:pt modelId="{FE1EC287-EE76-420C-908C-D1B3E012D476}">
      <dgm:prSet/>
      <dgm:spPr/>
      <dgm:t>
        <a:bodyPr/>
        <a:lstStyle/>
        <a:p>
          <a:r>
            <a:rPr lang="en-US"/>
            <a:t>Battery </a:t>
          </a:r>
          <a:r>
            <a:rPr lang="en-US" dirty="0"/>
            <a:t>Source</a:t>
          </a:r>
          <a:endParaRPr lang="en-IN" dirty="0"/>
        </a:p>
      </dgm:t>
    </dgm:pt>
    <dgm:pt modelId="{71DD206F-1ECE-4D09-8407-168B9B3A023C}" type="parTrans" cxnId="{827ACAFA-93A6-4366-8390-F81A1261DBB3}">
      <dgm:prSet/>
      <dgm:spPr/>
      <dgm:t>
        <a:bodyPr/>
        <a:lstStyle/>
        <a:p>
          <a:endParaRPr lang="en-IN"/>
        </a:p>
      </dgm:t>
    </dgm:pt>
    <dgm:pt modelId="{F036C83D-C54A-4675-B96D-63EF323638C5}" type="sibTrans" cxnId="{827ACAFA-93A6-4366-8390-F81A1261DBB3}">
      <dgm:prSet/>
      <dgm:spPr/>
      <dgm:t>
        <a:bodyPr/>
        <a:lstStyle/>
        <a:p>
          <a:endParaRPr lang="en-IN"/>
        </a:p>
      </dgm:t>
    </dgm:pt>
    <dgm:pt modelId="{BEEB18CF-AA0D-4078-B28C-909834F068EF}">
      <dgm:prSet/>
      <dgm:spPr/>
      <dgm:t>
        <a:bodyPr/>
        <a:lstStyle/>
        <a:p>
          <a:r>
            <a:rPr lang="en-US" dirty="0"/>
            <a:t>      Jumper wires</a:t>
          </a:r>
          <a:endParaRPr lang="en-IN" dirty="0"/>
        </a:p>
      </dgm:t>
    </dgm:pt>
    <dgm:pt modelId="{DAC44B4A-D6FE-4801-9A66-89A46485EF8F}" type="parTrans" cxnId="{157562ED-E7C6-4760-AE28-CEC06D1B46A6}">
      <dgm:prSet/>
      <dgm:spPr/>
      <dgm:t>
        <a:bodyPr/>
        <a:lstStyle/>
        <a:p>
          <a:endParaRPr lang="en-IN"/>
        </a:p>
      </dgm:t>
    </dgm:pt>
    <dgm:pt modelId="{114B6A02-E717-4350-A384-9DB07305840D}" type="sibTrans" cxnId="{157562ED-E7C6-4760-AE28-CEC06D1B46A6}">
      <dgm:prSet/>
      <dgm:spPr/>
      <dgm:t>
        <a:bodyPr/>
        <a:lstStyle/>
        <a:p>
          <a:endParaRPr lang="en-IN"/>
        </a:p>
      </dgm:t>
    </dgm:pt>
    <dgm:pt modelId="{B4CE0333-DC19-4DBC-A631-A1D58BBDEA47}" type="pres">
      <dgm:prSet presAssocID="{8AFD56BB-40E5-4353-95F9-5B985831FA96}" presName="Name0" presStyleCnt="0">
        <dgm:presLayoutVars>
          <dgm:dir/>
        </dgm:presLayoutVars>
      </dgm:prSet>
      <dgm:spPr/>
    </dgm:pt>
    <dgm:pt modelId="{43B70E4A-ED91-4243-84AF-383CBDE493DE}" type="pres">
      <dgm:prSet presAssocID="{5654019F-253D-4F9F-BF0B-DCCE7173B459}" presName="composite" presStyleCnt="0"/>
      <dgm:spPr/>
    </dgm:pt>
    <dgm:pt modelId="{8BC9217F-1739-420A-AA3D-D86C338A99B3}" type="pres">
      <dgm:prSet presAssocID="{5654019F-253D-4F9F-BF0B-DCCE7173B459}" presName="rect2" presStyleLbl="revTx" presStyleIdx="0" presStyleCnt="8">
        <dgm:presLayoutVars>
          <dgm:bulletEnabled val="1"/>
        </dgm:presLayoutVars>
      </dgm:prSet>
      <dgm:spPr/>
    </dgm:pt>
    <dgm:pt modelId="{3FD5F57B-2A99-4AB9-ADBC-A102472844E9}" type="pres">
      <dgm:prSet presAssocID="{5654019F-253D-4F9F-BF0B-DCCE7173B459}" presName="rect1" presStyleLbl="alignImgPlace1" presStyleIdx="0" presStyleCnt="8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895226E0-9837-408F-AAEA-764357FAB4AB}" type="pres">
      <dgm:prSet presAssocID="{AAE10AE0-8D18-4651-90F3-477D245B4B9A}" presName="sibTrans" presStyleCnt="0"/>
      <dgm:spPr/>
    </dgm:pt>
    <dgm:pt modelId="{0DADC4B7-0D8E-43CC-BE63-53E14F448690}" type="pres">
      <dgm:prSet presAssocID="{C6DDAEA5-6ED0-4FBE-AB67-733D4246051C}" presName="composite" presStyleCnt="0"/>
      <dgm:spPr/>
    </dgm:pt>
    <dgm:pt modelId="{747957FD-84A3-4812-BD2E-943B20C55DA0}" type="pres">
      <dgm:prSet presAssocID="{C6DDAEA5-6ED0-4FBE-AB67-733D4246051C}" presName="rect2" presStyleLbl="revTx" presStyleIdx="1" presStyleCnt="8">
        <dgm:presLayoutVars>
          <dgm:bulletEnabled val="1"/>
        </dgm:presLayoutVars>
      </dgm:prSet>
      <dgm:spPr/>
    </dgm:pt>
    <dgm:pt modelId="{8B827878-27E0-4F44-B2CD-6B4270931A15}" type="pres">
      <dgm:prSet presAssocID="{C6DDAEA5-6ED0-4FBE-AB67-733D4246051C}" presName="rect1" presStyleLbl="alignImgPlace1" presStyleIdx="1" presStyleCnt="8"/>
      <dgm:spPr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</dgm:spPr>
    </dgm:pt>
    <dgm:pt modelId="{38C1B57E-4B1C-499F-B2ED-A73708007B7D}" type="pres">
      <dgm:prSet presAssocID="{DEE8EF29-9CE2-4F26-85D2-DF0DA38D00EC}" presName="sibTrans" presStyleCnt="0"/>
      <dgm:spPr/>
    </dgm:pt>
    <dgm:pt modelId="{AE7ADFF7-A400-470E-86BC-C4CC132E912D}" type="pres">
      <dgm:prSet presAssocID="{C0638FAB-6EDF-43EB-8FCC-6726DDD2D57A}" presName="composite" presStyleCnt="0"/>
      <dgm:spPr/>
    </dgm:pt>
    <dgm:pt modelId="{3DD5638C-5FA1-4F41-BD42-006A5E1A3BA0}" type="pres">
      <dgm:prSet presAssocID="{C0638FAB-6EDF-43EB-8FCC-6726DDD2D57A}" presName="rect2" presStyleLbl="revTx" presStyleIdx="2" presStyleCnt="8">
        <dgm:presLayoutVars>
          <dgm:bulletEnabled val="1"/>
        </dgm:presLayoutVars>
      </dgm:prSet>
      <dgm:spPr/>
    </dgm:pt>
    <dgm:pt modelId="{FC9D15F1-9831-4B3E-8226-323F77211B4C}" type="pres">
      <dgm:prSet presAssocID="{C0638FAB-6EDF-43EB-8FCC-6726DDD2D57A}" presName="rect1" presStyleLbl="alignImgPlace1" presStyleIdx="2" presStyleCnt="8"/>
      <dgm:spPr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</dgm:spPr>
    </dgm:pt>
    <dgm:pt modelId="{9012CE77-E9A1-4F41-B9ED-60F233D3C903}" type="pres">
      <dgm:prSet presAssocID="{9BF405D5-5E0D-48B8-BB05-B0D4E7F9E32F}" presName="sibTrans" presStyleCnt="0"/>
      <dgm:spPr/>
    </dgm:pt>
    <dgm:pt modelId="{5E179F67-CE04-4E5A-8747-1F1786E45A9B}" type="pres">
      <dgm:prSet presAssocID="{0CF5D866-6112-4EE0-8DC0-1B04B91F6561}" presName="composite" presStyleCnt="0"/>
      <dgm:spPr/>
    </dgm:pt>
    <dgm:pt modelId="{7F275D57-CF12-4916-A48A-C23A78F37A0F}" type="pres">
      <dgm:prSet presAssocID="{0CF5D866-6112-4EE0-8DC0-1B04B91F6561}" presName="rect2" presStyleLbl="revTx" presStyleIdx="3" presStyleCnt="8">
        <dgm:presLayoutVars>
          <dgm:bulletEnabled val="1"/>
        </dgm:presLayoutVars>
      </dgm:prSet>
      <dgm:spPr/>
    </dgm:pt>
    <dgm:pt modelId="{DC255311-A9AB-472D-8695-0A6D45BB5D96}" type="pres">
      <dgm:prSet presAssocID="{0CF5D866-6112-4EE0-8DC0-1B04B91F6561}" presName="rect1" presStyleLbl="alignImgPlace1" presStyleIdx="3" presStyleCnt="8"/>
      <dgm:spPr>
        <a:blipFill>
          <a:blip xmlns:r="http://schemas.openxmlformats.org/officeDocument/2006/relationships" r:embed="rId4"/>
          <a:srcRect/>
          <a:stretch>
            <a:fillRect l="-17000" r="-17000"/>
          </a:stretch>
        </a:blipFill>
      </dgm:spPr>
    </dgm:pt>
    <dgm:pt modelId="{74577E50-18EB-419A-A181-CD690F79A5F9}" type="pres">
      <dgm:prSet presAssocID="{228F7C63-A102-4AE9-BCF0-0B2657F89FA3}" presName="sibTrans" presStyleCnt="0"/>
      <dgm:spPr/>
    </dgm:pt>
    <dgm:pt modelId="{00A077A5-1AC5-4900-BFE1-C844D7AF9B4A}" type="pres">
      <dgm:prSet presAssocID="{DD86501F-2295-49FF-931E-A9A919263C6B}" presName="composite" presStyleCnt="0"/>
      <dgm:spPr/>
    </dgm:pt>
    <dgm:pt modelId="{0A4F80BE-52A6-4DF4-88FB-2B5A5508656A}" type="pres">
      <dgm:prSet presAssocID="{DD86501F-2295-49FF-931E-A9A919263C6B}" presName="rect2" presStyleLbl="revTx" presStyleIdx="4" presStyleCnt="8">
        <dgm:presLayoutVars>
          <dgm:bulletEnabled val="1"/>
        </dgm:presLayoutVars>
      </dgm:prSet>
      <dgm:spPr/>
    </dgm:pt>
    <dgm:pt modelId="{53273F3E-7270-45DE-8946-A1927F9D8D66}" type="pres">
      <dgm:prSet presAssocID="{DD86501F-2295-49FF-931E-A9A919263C6B}" presName="rect1" presStyleLbl="alignImgPlace1" presStyleIdx="4" presStyleCnt="8"/>
      <dgm:spPr>
        <a:blipFill>
          <a:blip xmlns:r="http://schemas.openxmlformats.org/officeDocument/2006/relationships" r:embed="rId5"/>
          <a:srcRect/>
          <a:stretch>
            <a:fillRect l="-11000" r="-11000"/>
          </a:stretch>
        </a:blipFill>
      </dgm:spPr>
    </dgm:pt>
    <dgm:pt modelId="{12C06030-367F-447B-84AD-38CC3C538CF1}" type="pres">
      <dgm:prSet presAssocID="{2AD80E49-A4DD-493F-8B1F-5EB6EE8ECE85}" presName="sibTrans" presStyleCnt="0"/>
      <dgm:spPr/>
    </dgm:pt>
    <dgm:pt modelId="{7A66B9CE-429B-4A05-957F-6A03697C4643}" type="pres">
      <dgm:prSet presAssocID="{809EA4DC-0351-4EFF-A34B-AB4F945E25C8}" presName="composite" presStyleCnt="0"/>
      <dgm:spPr/>
    </dgm:pt>
    <dgm:pt modelId="{A966EBD7-79CF-4552-856B-8EC707973891}" type="pres">
      <dgm:prSet presAssocID="{809EA4DC-0351-4EFF-A34B-AB4F945E25C8}" presName="rect2" presStyleLbl="revTx" presStyleIdx="5" presStyleCnt="8">
        <dgm:presLayoutVars>
          <dgm:bulletEnabled val="1"/>
        </dgm:presLayoutVars>
      </dgm:prSet>
      <dgm:spPr/>
    </dgm:pt>
    <dgm:pt modelId="{E610A11E-9C65-4360-901C-65A974BBBC63}" type="pres">
      <dgm:prSet presAssocID="{809EA4DC-0351-4EFF-A34B-AB4F945E25C8}" presName="rect1" presStyleLbl="alignImgPlace1" presStyleIdx="5" presStyleCnt="8"/>
      <dgm:spPr>
        <a:blipFill>
          <a:blip xmlns:r="http://schemas.openxmlformats.org/officeDocument/2006/relationships" r:embed="rId6"/>
          <a:srcRect/>
          <a:stretch>
            <a:fillRect l="-17000" r="-17000"/>
          </a:stretch>
        </a:blipFill>
      </dgm:spPr>
    </dgm:pt>
    <dgm:pt modelId="{3ECB8CF4-6AA3-453E-A228-CF2935D79675}" type="pres">
      <dgm:prSet presAssocID="{883F10A2-5543-4868-A7CF-FAAA77940AC4}" presName="sibTrans" presStyleCnt="0"/>
      <dgm:spPr/>
    </dgm:pt>
    <dgm:pt modelId="{E819E40A-57A5-4720-9EA9-A4C391EC316B}" type="pres">
      <dgm:prSet presAssocID="{FE1EC287-EE76-420C-908C-D1B3E012D476}" presName="composite" presStyleCnt="0"/>
      <dgm:spPr/>
    </dgm:pt>
    <dgm:pt modelId="{95D6C4A5-C739-4D28-B9EC-198F6EFEAEE2}" type="pres">
      <dgm:prSet presAssocID="{FE1EC287-EE76-420C-908C-D1B3E012D476}" presName="rect2" presStyleLbl="revTx" presStyleIdx="6" presStyleCnt="8">
        <dgm:presLayoutVars>
          <dgm:bulletEnabled val="1"/>
        </dgm:presLayoutVars>
      </dgm:prSet>
      <dgm:spPr/>
    </dgm:pt>
    <dgm:pt modelId="{08530929-1799-4B39-AA86-1E11834C7574}" type="pres">
      <dgm:prSet presAssocID="{FE1EC287-EE76-420C-908C-D1B3E012D476}" presName="rect1" presStyleLbl="alignImgPlace1" presStyleIdx="6" presStyleCnt="8"/>
      <dgm:spPr>
        <a:blipFill>
          <a:blip xmlns:r="http://schemas.openxmlformats.org/officeDocument/2006/relationships" r:embed="rId7"/>
          <a:srcRect/>
          <a:stretch>
            <a:fillRect l="-15000" r="-15000"/>
          </a:stretch>
        </a:blipFill>
      </dgm:spPr>
    </dgm:pt>
    <dgm:pt modelId="{10BD8DA9-EEEF-46BD-B84C-015469E41E12}" type="pres">
      <dgm:prSet presAssocID="{F036C83D-C54A-4675-B96D-63EF323638C5}" presName="sibTrans" presStyleCnt="0"/>
      <dgm:spPr/>
    </dgm:pt>
    <dgm:pt modelId="{7A04C9BC-5957-4E1B-936E-1E38E7F32EC0}" type="pres">
      <dgm:prSet presAssocID="{BEEB18CF-AA0D-4078-B28C-909834F068EF}" presName="composite" presStyleCnt="0"/>
      <dgm:spPr/>
    </dgm:pt>
    <dgm:pt modelId="{75415E41-DA94-4835-8B3F-0BEB9DF1ADBA}" type="pres">
      <dgm:prSet presAssocID="{BEEB18CF-AA0D-4078-B28C-909834F068EF}" presName="rect2" presStyleLbl="revTx" presStyleIdx="7" presStyleCnt="8">
        <dgm:presLayoutVars>
          <dgm:bulletEnabled val="1"/>
        </dgm:presLayoutVars>
      </dgm:prSet>
      <dgm:spPr/>
    </dgm:pt>
    <dgm:pt modelId="{0AD9B3DC-C42A-4921-8D13-669B0A45E443}" type="pres">
      <dgm:prSet presAssocID="{BEEB18CF-AA0D-4078-B28C-909834F068EF}" presName="rect1" presStyleLbl="alignImgPlace1" presStyleIdx="7" presStyleCnt="8"/>
      <dgm:spPr>
        <a:blipFill>
          <a:blip xmlns:r="http://schemas.openxmlformats.org/officeDocument/2006/relationships" r:embed="rId8"/>
          <a:srcRect/>
          <a:stretch>
            <a:fillRect l="-26000" r="-26000"/>
          </a:stretch>
        </a:blipFill>
      </dgm:spPr>
    </dgm:pt>
  </dgm:ptLst>
  <dgm:cxnLst>
    <dgm:cxn modelId="{95355309-16D4-4C0B-B8D3-E5113201DC6E}" type="presOf" srcId="{0CF5D866-6112-4EE0-8DC0-1B04B91F6561}" destId="{7F275D57-CF12-4916-A48A-C23A78F37A0F}" srcOrd="0" destOrd="0" presId="urn:microsoft.com/office/officeart/2008/layout/PictureGrid"/>
    <dgm:cxn modelId="{36ACD515-49EC-4CA2-AB39-FB18AC170592}" type="presOf" srcId="{BEEB18CF-AA0D-4078-B28C-909834F068EF}" destId="{75415E41-DA94-4835-8B3F-0BEB9DF1ADBA}" srcOrd="0" destOrd="0" presId="urn:microsoft.com/office/officeart/2008/layout/PictureGrid"/>
    <dgm:cxn modelId="{5D4B311C-E40C-4B2E-BADD-D98679A4C4F3}" type="presOf" srcId="{8AFD56BB-40E5-4353-95F9-5B985831FA96}" destId="{B4CE0333-DC19-4DBC-A631-A1D58BBDEA47}" srcOrd="0" destOrd="0" presId="urn:microsoft.com/office/officeart/2008/layout/PictureGrid"/>
    <dgm:cxn modelId="{B395E836-B4B5-4F07-AB90-1B70D2FCC382}" srcId="{8AFD56BB-40E5-4353-95F9-5B985831FA96}" destId="{C6DDAEA5-6ED0-4FBE-AB67-733D4246051C}" srcOrd="1" destOrd="0" parTransId="{3B6681C5-6F47-4A89-86E7-EB102A72612B}" sibTransId="{DEE8EF29-9CE2-4F26-85D2-DF0DA38D00EC}"/>
    <dgm:cxn modelId="{B5D98F48-1D71-49F4-9E2E-D90CB5599B6A}" type="presOf" srcId="{C0638FAB-6EDF-43EB-8FCC-6726DDD2D57A}" destId="{3DD5638C-5FA1-4F41-BD42-006A5E1A3BA0}" srcOrd="0" destOrd="0" presId="urn:microsoft.com/office/officeart/2008/layout/PictureGrid"/>
    <dgm:cxn modelId="{044A3954-FAB5-42DB-8848-3459F3AD5DD1}" type="presOf" srcId="{C6DDAEA5-6ED0-4FBE-AB67-733D4246051C}" destId="{747957FD-84A3-4812-BD2E-943B20C55DA0}" srcOrd="0" destOrd="0" presId="urn:microsoft.com/office/officeart/2008/layout/PictureGrid"/>
    <dgm:cxn modelId="{36C89A5A-A741-455F-B6FA-5BDAA6581280}" srcId="{8AFD56BB-40E5-4353-95F9-5B985831FA96}" destId="{5654019F-253D-4F9F-BF0B-DCCE7173B459}" srcOrd="0" destOrd="0" parTransId="{22791F0D-08EA-4B18-AFA1-66BCEA7A843A}" sibTransId="{AAE10AE0-8D18-4651-90F3-477D245B4B9A}"/>
    <dgm:cxn modelId="{DBA66496-55CA-4EA2-BF21-B8F6D364B568}" type="presOf" srcId="{DD86501F-2295-49FF-931E-A9A919263C6B}" destId="{0A4F80BE-52A6-4DF4-88FB-2B5A5508656A}" srcOrd="0" destOrd="0" presId="urn:microsoft.com/office/officeart/2008/layout/PictureGrid"/>
    <dgm:cxn modelId="{A7E7B59F-5E58-4F80-95F8-C6AF95BE95A8}" type="presOf" srcId="{FE1EC287-EE76-420C-908C-D1B3E012D476}" destId="{95D6C4A5-C739-4D28-B9EC-198F6EFEAEE2}" srcOrd="0" destOrd="0" presId="urn:microsoft.com/office/officeart/2008/layout/PictureGrid"/>
    <dgm:cxn modelId="{23DEE6A0-3E86-443D-8CD8-736C275B71B3}" srcId="{8AFD56BB-40E5-4353-95F9-5B985831FA96}" destId="{DD86501F-2295-49FF-931E-A9A919263C6B}" srcOrd="4" destOrd="0" parTransId="{FE169E3B-E5EF-40A4-B80E-23C607E1B7ED}" sibTransId="{2AD80E49-A4DD-493F-8B1F-5EB6EE8ECE85}"/>
    <dgm:cxn modelId="{B0F609AA-7C62-445D-B6C8-C9D6011C1084}" srcId="{8AFD56BB-40E5-4353-95F9-5B985831FA96}" destId="{0CF5D866-6112-4EE0-8DC0-1B04B91F6561}" srcOrd="3" destOrd="0" parTransId="{6F6F8DD9-D6B4-4C3B-8D05-B35BCDBB3F19}" sibTransId="{228F7C63-A102-4AE9-BCF0-0B2657F89FA3}"/>
    <dgm:cxn modelId="{7A0B51AD-83BC-4820-BC63-B729FCD631BC}" type="presOf" srcId="{5654019F-253D-4F9F-BF0B-DCCE7173B459}" destId="{8BC9217F-1739-420A-AA3D-D86C338A99B3}" srcOrd="0" destOrd="0" presId="urn:microsoft.com/office/officeart/2008/layout/PictureGrid"/>
    <dgm:cxn modelId="{E14199B6-AD93-4E17-AF66-C0BD0C2A9F10}" srcId="{8AFD56BB-40E5-4353-95F9-5B985831FA96}" destId="{C0638FAB-6EDF-43EB-8FCC-6726DDD2D57A}" srcOrd="2" destOrd="0" parTransId="{D5846B9C-3CF1-450A-B834-77A464799964}" sibTransId="{9BF405D5-5E0D-48B8-BB05-B0D4E7F9E32F}"/>
    <dgm:cxn modelId="{BC7491C3-0D5E-4F4B-9C70-FD4B4BEB0E6F}" srcId="{8AFD56BB-40E5-4353-95F9-5B985831FA96}" destId="{809EA4DC-0351-4EFF-A34B-AB4F945E25C8}" srcOrd="5" destOrd="0" parTransId="{94E74959-1DFC-4811-9257-E5E68AD4E97F}" sibTransId="{883F10A2-5543-4868-A7CF-FAAA77940AC4}"/>
    <dgm:cxn modelId="{F14292DA-1C85-42BF-B267-397BDC018953}" type="presOf" srcId="{809EA4DC-0351-4EFF-A34B-AB4F945E25C8}" destId="{A966EBD7-79CF-4552-856B-8EC707973891}" srcOrd="0" destOrd="0" presId="urn:microsoft.com/office/officeart/2008/layout/PictureGrid"/>
    <dgm:cxn modelId="{157562ED-E7C6-4760-AE28-CEC06D1B46A6}" srcId="{8AFD56BB-40E5-4353-95F9-5B985831FA96}" destId="{BEEB18CF-AA0D-4078-B28C-909834F068EF}" srcOrd="7" destOrd="0" parTransId="{DAC44B4A-D6FE-4801-9A66-89A46485EF8F}" sibTransId="{114B6A02-E717-4350-A384-9DB07305840D}"/>
    <dgm:cxn modelId="{827ACAFA-93A6-4366-8390-F81A1261DBB3}" srcId="{8AFD56BB-40E5-4353-95F9-5B985831FA96}" destId="{FE1EC287-EE76-420C-908C-D1B3E012D476}" srcOrd="6" destOrd="0" parTransId="{71DD206F-1ECE-4D09-8407-168B9B3A023C}" sibTransId="{F036C83D-C54A-4675-B96D-63EF323638C5}"/>
    <dgm:cxn modelId="{69870E54-7372-43F5-9E07-EB3B7F3ABE4B}" type="presParOf" srcId="{B4CE0333-DC19-4DBC-A631-A1D58BBDEA47}" destId="{43B70E4A-ED91-4243-84AF-383CBDE493DE}" srcOrd="0" destOrd="0" presId="urn:microsoft.com/office/officeart/2008/layout/PictureGrid"/>
    <dgm:cxn modelId="{69A742E0-310C-4E06-9CD9-C14938DCD3C9}" type="presParOf" srcId="{43B70E4A-ED91-4243-84AF-383CBDE493DE}" destId="{8BC9217F-1739-420A-AA3D-D86C338A99B3}" srcOrd="0" destOrd="0" presId="urn:microsoft.com/office/officeart/2008/layout/PictureGrid"/>
    <dgm:cxn modelId="{6DEFB9D7-EDA8-4DF9-8BEA-B80B440065CC}" type="presParOf" srcId="{43B70E4A-ED91-4243-84AF-383CBDE493DE}" destId="{3FD5F57B-2A99-4AB9-ADBC-A102472844E9}" srcOrd="1" destOrd="0" presId="urn:microsoft.com/office/officeart/2008/layout/PictureGrid"/>
    <dgm:cxn modelId="{D42B6C51-4AF6-4A45-B77C-CE7226F11017}" type="presParOf" srcId="{B4CE0333-DC19-4DBC-A631-A1D58BBDEA47}" destId="{895226E0-9837-408F-AAEA-764357FAB4AB}" srcOrd="1" destOrd="0" presId="urn:microsoft.com/office/officeart/2008/layout/PictureGrid"/>
    <dgm:cxn modelId="{91E3FB92-3660-44F0-BAF2-F087C7AA884A}" type="presParOf" srcId="{B4CE0333-DC19-4DBC-A631-A1D58BBDEA47}" destId="{0DADC4B7-0D8E-43CC-BE63-53E14F448690}" srcOrd="2" destOrd="0" presId="urn:microsoft.com/office/officeart/2008/layout/PictureGrid"/>
    <dgm:cxn modelId="{B7B8E75D-21CB-431A-AB5E-AE6B956BC405}" type="presParOf" srcId="{0DADC4B7-0D8E-43CC-BE63-53E14F448690}" destId="{747957FD-84A3-4812-BD2E-943B20C55DA0}" srcOrd="0" destOrd="0" presId="urn:microsoft.com/office/officeart/2008/layout/PictureGrid"/>
    <dgm:cxn modelId="{473A0202-0F63-4046-8EDC-931E920F2D1E}" type="presParOf" srcId="{0DADC4B7-0D8E-43CC-BE63-53E14F448690}" destId="{8B827878-27E0-4F44-B2CD-6B4270931A15}" srcOrd="1" destOrd="0" presId="urn:microsoft.com/office/officeart/2008/layout/PictureGrid"/>
    <dgm:cxn modelId="{2254CF77-9A2E-4503-9785-3B71D28D606D}" type="presParOf" srcId="{B4CE0333-DC19-4DBC-A631-A1D58BBDEA47}" destId="{38C1B57E-4B1C-499F-B2ED-A73708007B7D}" srcOrd="3" destOrd="0" presId="urn:microsoft.com/office/officeart/2008/layout/PictureGrid"/>
    <dgm:cxn modelId="{B97F1A67-4895-4DD5-9092-43F062901562}" type="presParOf" srcId="{B4CE0333-DC19-4DBC-A631-A1D58BBDEA47}" destId="{AE7ADFF7-A400-470E-86BC-C4CC132E912D}" srcOrd="4" destOrd="0" presId="urn:microsoft.com/office/officeart/2008/layout/PictureGrid"/>
    <dgm:cxn modelId="{D0D3EF69-FAE3-4BDD-991B-1B90AA38EBE6}" type="presParOf" srcId="{AE7ADFF7-A400-470E-86BC-C4CC132E912D}" destId="{3DD5638C-5FA1-4F41-BD42-006A5E1A3BA0}" srcOrd="0" destOrd="0" presId="urn:microsoft.com/office/officeart/2008/layout/PictureGrid"/>
    <dgm:cxn modelId="{5D17291C-693A-4492-AB64-CACD8A1685E3}" type="presParOf" srcId="{AE7ADFF7-A400-470E-86BC-C4CC132E912D}" destId="{FC9D15F1-9831-4B3E-8226-323F77211B4C}" srcOrd="1" destOrd="0" presId="urn:microsoft.com/office/officeart/2008/layout/PictureGrid"/>
    <dgm:cxn modelId="{08D0CACF-60CD-4C12-B337-0B3AD1A72F51}" type="presParOf" srcId="{B4CE0333-DC19-4DBC-A631-A1D58BBDEA47}" destId="{9012CE77-E9A1-4F41-B9ED-60F233D3C903}" srcOrd="5" destOrd="0" presId="urn:microsoft.com/office/officeart/2008/layout/PictureGrid"/>
    <dgm:cxn modelId="{7241F1D3-9422-48E1-8241-8AB9DC15FC20}" type="presParOf" srcId="{B4CE0333-DC19-4DBC-A631-A1D58BBDEA47}" destId="{5E179F67-CE04-4E5A-8747-1F1786E45A9B}" srcOrd="6" destOrd="0" presId="urn:microsoft.com/office/officeart/2008/layout/PictureGrid"/>
    <dgm:cxn modelId="{37349993-CCEE-4810-96CC-B7C3A41D3A81}" type="presParOf" srcId="{5E179F67-CE04-4E5A-8747-1F1786E45A9B}" destId="{7F275D57-CF12-4916-A48A-C23A78F37A0F}" srcOrd="0" destOrd="0" presId="urn:microsoft.com/office/officeart/2008/layout/PictureGrid"/>
    <dgm:cxn modelId="{F6A65E72-EA88-467F-87EC-BA7BA3839FD3}" type="presParOf" srcId="{5E179F67-CE04-4E5A-8747-1F1786E45A9B}" destId="{DC255311-A9AB-472D-8695-0A6D45BB5D96}" srcOrd="1" destOrd="0" presId="urn:microsoft.com/office/officeart/2008/layout/PictureGrid"/>
    <dgm:cxn modelId="{E0652752-F555-45B2-9296-9066B4C087BD}" type="presParOf" srcId="{B4CE0333-DC19-4DBC-A631-A1D58BBDEA47}" destId="{74577E50-18EB-419A-A181-CD690F79A5F9}" srcOrd="7" destOrd="0" presId="urn:microsoft.com/office/officeart/2008/layout/PictureGrid"/>
    <dgm:cxn modelId="{F9FDCA47-B754-413B-B742-F039D1BEF837}" type="presParOf" srcId="{B4CE0333-DC19-4DBC-A631-A1D58BBDEA47}" destId="{00A077A5-1AC5-4900-BFE1-C844D7AF9B4A}" srcOrd="8" destOrd="0" presId="urn:microsoft.com/office/officeart/2008/layout/PictureGrid"/>
    <dgm:cxn modelId="{F686A273-FD1D-4A1F-ABEC-D1B4574361CD}" type="presParOf" srcId="{00A077A5-1AC5-4900-BFE1-C844D7AF9B4A}" destId="{0A4F80BE-52A6-4DF4-88FB-2B5A5508656A}" srcOrd="0" destOrd="0" presId="urn:microsoft.com/office/officeart/2008/layout/PictureGrid"/>
    <dgm:cxn modelId="{A9774829-9675-4582-987C-83FA45D6F2B1}" type="presParOf" srcId="{00A077A5-1AC5-4900-BFE1-C844D7AF9B4A}" destId="{53273F3E-7270-45DE-8946-A1927F9D8D66}" srcOrd="1" destOrd="0" presId="urn:microsoft.com/office/officeart/2008/layout/PictureGrid"/>
    <dgm:cxn modelId="{A89BF61D-5170-4FDB-8BAA-57E70ADA0249}" type="presParOf" srcId="{B4CE0333-DC19-4DBC-A631-A1D58BBDEA47}" destId="{12C06030-367F-447B-84AD-38CC3C538CF1}" srcOrd="9" destOrd="0" presId="urn:microsoft.com/office/officeart/2008/layout/PictureGrid"/>
    <dgm:cxn modelId="{FFB08321-3892-4842-BDDA-FCD35DA64325}" type="presParOf" srcId="{B4CE0333-DC19-4DBC-A631-A1D58BBDEA47}" destId="{7A66B9CE-429B-4A05-957F-6A03697C4643}" srcOrd="10" destOrd="0" presId="urn:microsoft.com/office/officeart/2008/layout/PictureGrid"/>
    <dgm:cxn modelId="{0C341F09-663A-4B3B-BBC9-C47CCB17852C}" type="presParOf" srcId="{7A66B9CE-429B-4A05-957F-6A03697C4643}" destId="{A966EBD7-79CF-4552-856B-8EC707973891}" srcOrd="0" destOrd="0" presId="urn:microsoft.com/office/officeart/2008/layout/PictureGrid"/>
    <dgm:cxn modelId="{FC49980E-11D6-47E9-B51F-BA702635887D}" type="presParOf" srcId="{7A66B9CE-429B-4A05-957F-6A03697C4643}" destId="{E610A11E-9C65-4360-901C-65A974BBBC63}" srcOrd="1" destOrd="0" presId="urn:microsoft.com/office/officeart/2008/layout/PictureGrid"/>
    <dgm:cxn modelId="{76D49A87-6F76-467D-A644-899CF46AAA13}" type="presParOf" srcId="{B4CE0333-DC19-4DBC-A631-A1D58BBDEA47}" destId="{3ECB8CF4-6AA3-453E-A228-CF2935D79675}" srcOrd="11" destOrd="0" presId="urn:microsoft.com/office/officeart/2008/layout/PictureGrid"/>
    <dgm:cxn modelId="{900DE58E-D29E-4793-B60F-37F7E6AE9B6D}" type="presParOf" srcId="{B4CE0333-DC19-4DBC-A631-A1D58BBDEA47}" destId="{E819E40A-57A5-4720-9EA9-A4C391EC316B}" srcOrd="12" destOrd="0" presId="urn:microsoft.com/office/officeart/2008/layout/PictureGrid"/>
    <dgm:cxn modelId="{CDBAB53D-49F6-4540-89DD-6DD005EB68B9}" type="presParOf" srcId="{E819E40A-57A5-4720-9EA9-A4C391EC316B}" destId="{95D6C4A5-C739-4D28-B9EC-198F6EFEAEE2}" srcOrd="0" destOrd="0" presId="urn:microsoft.com/office/officeart/2008/layout/PictureGrid"/>
    <dgm:cxn modelId="{97C45FE0-C58C-4376-B4F3-D2EE18A67907}" type="presParOf" srcId="{E819E40A-57A5-4720-9EA9-A4C391EC316B}" destId="{08530929-1799-4B39-AA86-1E11834C7574}" srcOrd="1" destOrd="0" presId="urn:microsoft.com/office/officeart/2008/layout/PictureGrid"/>
    <dgm:cxn modelId="{99458AF6-2E32-433B-8742-F346E2E90282}" type="presParOf" srcId="{B4CE0333-DC19-4DBC-A631-A1D58BBDEA47}" destId="{10BD8DA9-EEEF-46BD-B84C-015469E41E12}" srcOrd="13" destOrd="0" presId="urn:microsoft.com/office/officeart/2008/layout/PictureGrid"/>
    <dgm:cxn modelId="{E6DC0D18-0F6A-45AB-B1C1-47AFBEB70E7F}" type="presParOf" srcId="{B4CE0333-DC19-4DBC-A631-A1D58BBDEA47}" destId="{7A04C9BC-5957-4E1B-936E-1E38E7F32EC0}" srcOrd="14" destOrd="0" presId="urn:microsoft.com/office/officeart/2008/layout/PictureGrid"/>
    <dgm:cxn modelId="{A49EDF9F-35C4-4E47-938E-3CF79C85A693}" type="presParOf" srcId="{7A04C9BC-5957-4E1B-936E-1E38E7F32EC0}" destId="{75415E41-DA94-4835-8B3F-0BEB9DF1ADBA}" srcOrd="0" destOrd="0" presId="urn:microsoft.com/office/officeart/2008/layout/PictureGrid"/>
    <dgm:cxn modelId="{7636BDB7-034A-4585-A31B-0A14B880BDDB}" type="presParOf" srcId="{7A04C9BC-5957-4E1B-936E-1E38E7F32EC0}" destId="{0AD9B3DC-C42A-4921-8D13-669B0A45E443}" srcOrd="1" destOrd="0" presId="urn:microsoft.com/office/officeart/2008/layout/PictureGrid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C9217F-1739-420A-AA3D-D86C338A99B3}">
      <dsp:nvSpPr>
        <dsp:cNvPr id="0" name=""/>
        <dsp:cNvSpPr/>
      </dsp:nvSpPr>
      <dsp:spPr>
        <a:xfrm>
          <a:off x="1777980" y="4762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Arduino Uno</a:t>
          </a:r>
          <a:endParaRPr lang="en-IN" sz="1200" kern="1200" dirty="0"/>
        </a:p>
      </dsp:txBody>
      <dsp:txXfrm>
        <a:off x="1777980" y="47622"/>
        <a:ext cx="1423682" cy="213552"/>
      </dsp:txXfrm>
    </dsp:sp>
    <dsp:sp modelId="{3FD5F57B-2A99-4AB9-ADBC-A102472844E9}">
      <dsp:nvSpPr>
        <dsp:cNvPr id="0" name=""/>
        <dsp:cNvSpPr/>
      </dsp:nvSpPr>
      <dsp:spPr>
        <a:xfrm>
          <a:off x="1777980" y="303501"/>
          <a:ext cx="1423682" cy="142368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7957FD-84A3-4812-BD2E-943B20C55DA0}">
      <dsp:nvSpPr>
        <dsp:cNvPr id="0" name=""/>
        <dsp:cNvSpPr/>
      </dsp:nvSpPr>
      <dsp:spPr>
        <a:xfrm>
          <a:off x="3352158" y="4762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MQ-2 Smoke Sensor</a:t>
          </a:r>
          <a:endParaRPr lang="en-IN" sz="1200" kern="1200" dirty="0"/>
        </a:p>
      </dsp:txBody>
      <dsp:txXfrm>
        <a:off x="3352158" y="47622"/>
        <a:ext cx="1423682" cy="213552"/>
      </dsp:txXfrm>
    </dsp:sp>
    <dsp:sp modelId="{8B827878-27E0-4F44-B2CD-6B4270931A15}">
      <dsp:nvSpPr>
        <dsp:cNvPr id="0" name=""/>
        <dsp:cNvSpPr/>
      </dsp:nvSpPr>
      <dsp:spPr>
        <a:xfrm>
          <a:off x="3352158" y="303501"/>
          <a:ext cx="1423682" cy="142368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15000" r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5638C-5FA1-4F41-BD42-006A5E1A3BA0}">
      <dsp:nvSpPr>
        <dsp:cNvPr id="0" name=""/>
        <dsp:cNvSpPr/>
      </dsp:nvSpPr>
      <dsp:spPr>
        <a:xfrm>
          <a:off x="4926336" y="4762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Flame Sensor</a:t>
          </a:r>
          <a:endParaRPr lang="en-IN" sz="1200" kern="1200" dirty="0"/>
        </a:p>
      </dsp:txBody>
      <dsp:txXfrm>
        <a:off x="4926336" y="47622"/>
        <a:ext cx="1423682" cy="213552"/>
      </dsp:txXfrm>
    </dsp:sp>
    <dsp:sp modelId="{FC9D15F1-9831-4B3E-8226-323F77211B4C}">
      <dsp:nvSpPr>
        <dsp:cNvPr id="0" name=""/>
        <dsp:cNvSpPr/>
      </dsp:nvSpPr>
      <dsp:spPr>
        <a:xfrm>
          <a:off x="4926336" y="303501"/>
          <a:ext cx="1423682" cy="142368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275D57-CF12-4916-A48A-C23A78F37A0F}">
      <dsp:nvSpPr>
        <dsp:cNvPr id="0" name=""/>
        <dsp:cNvSpPr/>
      </dsp:nvSpPr>
      <dsp:spPr>
        <a:xfrm>
          <a:off x="1777980" y="186955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16X2 I2C LCD Display</a:t>
          </a:r>
          <a:endParaRPr lang="en-IN" sz="1200" kern="1200" dirty="0"/>
        </a:p>
      </dsp:txBody>
      <dsp:txXfrm>
        <a:off x="1777980" y="1869552"/>
        <a:ext cx="1423682" cy="213552"/>
      </dsp:txXfrm>
    </dsp:sp>
    <dsp:sp modelId="{DC255311-A9AB-472D-8695-0A6D45BB5D96}">
      <dsp:nvSpPr>
        <dsp:cNvPr id="0" name=""/>
        <dsp:cNvSpPr/>
      </dsp:nvSpPr>
      <dsp:spPr>
        <a:xfrm>
          <a:off x="1777980" y="2125431"/>
          <a:ext cx="1423682" cy="1423682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F80BE-52A6-4DF4-88FB-2B5A5508656A}">
      <dsp:nvSpPr>
        <dsp:cNvPr id="0" name=""/>
        <dsp:cNvSpPr/>
      </dsp:nvSpPr>
      <dsp:spPr>
        <a:xfrm>
          <a:off x="3352158" y="186955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         Buzzer</a:t>
          </a:r>
          <a:endParaRPr lang="en-IN" sz="1200" kern="1200" dirty="0"/>
        </a:p>
      </dsp:txBody>
      <dsp:txXfrm>
        <a:off x="3352158" y="1869552"/>
        <a:ext cx="1423682" cy="213552"/>
      </dsp:txXfrm>
    </dsp:sp>
    <dsp:sp modelId="{53273F3E-7270-45DE-8946-A1927F9D8D66}">
      <dsp:nvSpPr>
        <dsp:cNvPr id="0" name=""/>
        <dsp:cNvSpPr/>
      </dsp:nvSpPr>
      <dsp:spPr>
        <a:xfrm>
          <a:off x="3352158" y="2125431"/>
          <a:ext cx="1423682" cy="1423682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l="-11000" r="-11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66EBD7-79CF-4552-856B-8EC707973891}">
      <dsp:nvSpPr>
        <dsp:cNvPr id="0" name=""/>
        <dsp:cNvSpPr/>
      </dsp:nvSpPr>
      <dsp:spPr>
        <a:xfrm>
          <a:off x="4926336" y="186955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      Breadboard</a:t>
          </a:r>
          <a:endParaRPr lang="en-IN" sz="1200" kern="1200" dirty="0"/>
        </a:p>
      </dsp:txBody>
      <dsp:txXfrm>
        <a:off x="4926336" y="1869552"/>
        <a:ext cx="1423682" cy="213552"/>
      </dsp:txXfrm>
    </dsp:sp>
    <dsp:sp modelId="{E610A11E-9C65-4360-901C-65A974BBBC63}">
      <dsp:nvSpPr>
        <dsp:cNvPr id="0" name=""/>
        <dsp:cNvSpPr/>
      </dsp:nvSpPr>
      <dsp:spPr>
        <a:xfrm>
          <a:off x="4926336" y="2125431"/>
          <a:ext cx="1423682" cy="1423682"/>
        </a:xfrm>
        <a:prstGeom prst="rect">
          <a:avLst/>
        </a:prstGeom>
        <a:blipFill>
          <a:blip xmlns:r="http://schemas.openxmlformats.org/officeDocument/2006/relationships" r:embed="rId6"/>
          <a:srcRect/>
          <a:stretch>
            <a:fillRect l="-17000" r="-17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6C4A5-C739-4D28-B9EC-198F6EFEAEE2}">
      <dsp:nvSpPr>
        <dsp:cNvPr id="0" name=""/>
        <dsp:cNvSpPr/>
      </dsp:nvSpPr>
      <dsp:spPr>
        <a:xfrm>
          <a:off x="2565069" y="369148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Battery </a:t>
          </a:r>
          <a:r>
            <a:rPr lang="en-US" sz="1200" kern="1200" dirty="0"/>
            <a:t>Source</a:t>
          </a:r>
          <a:endParaRPr lang="en-IN" sz="1200" kern="1200" dirty="0"/>
        </a:p>
      </dsp:txBody>
      <dsp:txXfrm>
        <a:off x="2565069" y="3691482"/>
        <a:ext cx="1423682" cy="213552"/>
      </dsp:txXfrm>
    </dsp:sp>
    <dsp:sp modelId="{08530929-1799-4B39-AA86-1E11834C7574}">
      <dsp:nvSpPr>
        <dsp:cNvPr id="0" name=""/>
        <dsp:cNvSpPr/>
      </dsp:nvSpPr>
      <dsp:spPr>
        <a:xfrm>
          <a:off x="2565069" y="3947361"/>
          <a:ext cx="1423682" cy="1423682"/>
        </a:xfrm>
        <a:prstGeom prst="rect">
          <a:avLst/>
        </a:prstGeom>
        <a:blipFill>
          <a:blip xmlns:r="http://schemas.openxmlformats.org/officeDocument/2006/relationships" r:embed="rId7"/>
          <a:srcRect/>
          <a:stretch>
            <a:fillRect l="-15000" r="-15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415E41-DA94-4835-8B3F-0BEB9DF1ADBA}">
      <dsp:nvSpPr>
        <dsp:cNvPr id="0" name=""/>
        <dsp:cNvSpPr/>
      </dsp:nvSpPr>
      <dsp:spPr>
        <a:xfrm>
          <a:off x="4139247" y="3691482"/>
          <a:ext cx="1423682" cy="213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5720" rIns="45720" bIns="0" numCol="1" spcCol="1270" anchor="b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     Jumper wires</a:t>
          </a:r>
          <a:endParaRPr lang="en-IN" sz="1200" kern="1200" dirty="0"/>
        </a:p>
      </dsp:txBody>
      <dsp:txXfrm>
        <a:off x="4139247" y="3691482"/>
        <a:ext cx="1423682" cy="213552"/>
      </dsp:txXfrm>
    </dsp:sp>
    <dsp:sp modelId="{0AD9B3DC-C42A-4921-8D13-669B0A45E443}">
      <dsp:nvSpPr>
        <dsp:cNvPr id="0" name=""/>
        <dsp:cNvSpPr/>
      </dsp:nvSpPr>
      <dsp:spPr>
        <a:xfrm>
          <a:off x="4139247" y="3947361"/>
          <a:ext cx="1423682" cy="1423682"/>
        </a:xfrm>
        <a:prstGeom prst="rect">
          <a:avLst/>
        </a:prstGeom>
        <a:blipFill>
          <a:blip xmlns:r="http://schemas.openxmlformats.org/officeDocument/2006/relationships" r:embed="rId8"/>
          <a:srcRect/>
          <a:stretch>
            <a:fillRect l="-26000" r="-26000"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83C5-C52E-76E7-9896-21A1CFFC0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1BF7EA-CCE9-1FB1-A04E-C27E0A260C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46783-0E52-7AC6-C6CA-A0DDE6D75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3BFE6-65EA-0CCA-5596-0E4E74535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7A30E-8296-908E-5F90-FCFD495E0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89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E8814-8B9F-75F4-ADB2-29F74663A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D9FC7-2275-5052-AE26-AE85DD47D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750E7-8BB4-0E9E-D30D-C4A950B17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8CA07-0BBC-5954-D43E-476685030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D9E4F-E8F1-7AD4-C4F9-CB6A3CD64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783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CF68-FE75-36A5-40DD-75D74AC4E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E84EF9-3ED6-0EE6-A94B-C6FF909B9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70F9B-6BA7-1FB0-9A3D-31A282B5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F5F97-F215-8D2A-3793-B6530374C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E5F96-EB0B-74BE-1997-B14B1AE39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131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9C025-43ED-7A85-8003-A9CDB75C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0FFB5-3692-CB6F-F168-9AB258C56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74FA7-9067-79A9-4887-9FB744CCB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333CA-8982-F55D-6214-9B9B734C3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687D3-A843-AB49-A74E-C8A2746F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EA985E-01DE-1B24-7EDD-901E8C25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651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9C46B-54DC-BC0C-FFBE-355822B7F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296B0-BEE5-1270-3C6B-95B838C05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CA9A6-F6D5-C0B8-95F2-35B19DAD7F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42FA7-4E45-403B-7FA1-DE4029ED29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1E8683-94B7-E7E5-9062-BC523BC5D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D55AA9-6326-6BA8-2178-F6F5DBE07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4E662F-039E-82AD-5742-1CA22DC1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394F75-794A-1DCC-9B1D-615258B0A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72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76CDD-048F-2E85-D7A5-130CFAA18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03BBC5-40DB-DEB2-CF90-40942850A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EA7CE3-B1F3-A1E4-559C-6A0B5CFCE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9B5909-25AD-E69A-CE11-675F41CFD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158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87402-E2D3-CF9A-A0DA-22927D8CF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E33E90-EFE4-1C23-CE57-2E0C21220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78765-2051-334F-0EEC-D54065FD8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414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6D76C-92A6-7F59-004D-209DB2A76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B9083-D96F-511B-47EE-6A5E811F0E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4B522A-7FEF-15FE-5B33-A1864781E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58413-5F85-2A4E-5E4E-07C341824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3CD73E-3318-2B8A-68FA-D651932B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B584BF-E0EC-10CA-50B2-3AC3AFBB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398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47208-814A-FDF6-D52A-37E8C16A8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576E8-6A67-BD8F-3AC7-840B4E71D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2537A-26F5-EBD2-76C6-6E440CF55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87936-B226-DDDA-AF7B-6CDBD33D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C619A5-0E7D-A0C1-7BF3-8CE92D52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9C63A-F6DB-C82A-AFBF-5472FE6EB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966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B07B8-6660-0BD0-8348-CBDC09B8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CE542B-8228-23CA-C41F-47C3CFC59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D2C94-8734-03DB-C4CB-461D743D1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B22A8-772E-B63B-411B-F4B188DFD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12636-41F2-004E-933D-EB1E5213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63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C66378-EE33-C2B0-4FA6-1528AC15EC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C02F4A-70B1-AE62-52D6-1B7FC18C7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A1848-29A3-B269-8E82-5AF4E01C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866B5-1DBE-933F-0BA2-4BFB649C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A01A5-25B7-29BE-7B60-67D30AEC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15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88CD8-10F6-6E9B-716B-F826E6BF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BC8B4D-2129-E8E1-8790-898CDF49C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14CB0-BEDF-CB18-05E8-51078BD5D2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4FE30-82D8-40A1-8ED5-CCC61991BC9A}" type="datetimeFigureOut">
              <a:rPr lang="en-IN" smtClean="0"/>
              <a:t>04-03-2026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AF6231-F7C6-6466-2721-AAE73BE6E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AEB8E-D725-6B1E-D842-64E4E98FB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B02AC6-FE04-47BA-A83A-467E227E3D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42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66C28-02F9-83B8-3476-0A1FE4A76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"/>
            <a:ext cx="12192000" cy="685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0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3C30CB-5B1A-20F0-4D15-F71E74E238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13342" cy="6941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125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EE9FCC-2ADA-C715-8D94-6AA58BFD1F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668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AFAE80F-D2EB-5879-855B-BF383E0F87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9308217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2069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36630-6280-4F5E-1F3C-C6B6DF70B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790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8E7F3-2BA8-A7BF-1660-C62B55483F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434" y="0"/>
            <a:ext cx="12282434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4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53D213-17C8-F19E-A62C-3C2EB435E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97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DA0D3D-AD9E-0F6F-3C27-B46BBE239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" y="1016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0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8C2B73-1F6F-B27F-F8AE-E49B2E1D36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94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10C9F0-51C4-0FE2-2827-684150A9A3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336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</Words>
  <Application>Microsoft Office PowerPoint</Application>
  <PresentationFormat>Widescreen</PresentationFormat>
  <Paragraphs>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Ujjwal Srivastava</dc:creator>
  <cp:lastModifiedBy>Ujjwal Srivastava</cp:lastModifiedBy>
  <cp:revision>2</cp:revision>
  <dcterms:created xsi:type="dcterms:W3CDTF">2025-11-11T04:30:02Z</dcterms:created>
  <dcterms:modified xsi:type="dcterms:W3CDTF">2026-03-04T13:40:28Z</dcterms:modified>
</cp:coreProperties>
</file>